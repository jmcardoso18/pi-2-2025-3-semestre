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0"/>
  </p:notesMasterIdLst>
  <p:sldIdLst>
    <p:sldId id="256" r:id="rId5"/>
    <p:sldId id="1176" r:id="rId6"/>
    <p:sldId id="520" r:id="rId7"/>
    <p:sldId id="1173" r:id="rId8"/>
    <p:sldId id="1178" r:id="rId9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nato Matthiesen" initials="RM" lastIdx="1" clrIdx="0">
    <p:extLst>
      <p:ext uri="{19B8F6BF-5375-455C-9EA6-DF929625EA0E}">
        <p15:presenceInfo xmlns:p15="http://schemas.microsoft.com/office/powerpoint/2012/main" userId="cbb58b63426d1b8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8080"/>
    <a:srgbClr val="D9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5433D9-5C4A-41C8-B21D-A8AACDF2B82B}" v="2" dt="2025-10-05T11:53:46.1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0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53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821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ila Cardoso" userId="36eafcc6a71323e6" providerId="LiveId" clId="{22E4E8B2-FDA8-40DA-BD47-B4C761E4A3E7}"/>
    <pc:docChg chg="custSel addSld delSld modSld">
      <pc:chgData name="Jamila Cardoso" userId="36eafcc6a71323e6" providerId="LiveId" clId="{22E4E8B2-FDA8-40DA-BD47-B4C761E4A3E7}" dt="2025-10-05T11:54:03.764" v="227" actId="47"/>
      <pc:docMkLst>
        <pc:docMk/>
      </pc:docMkLst>
      <pc:sldChg chg="modSp mod">
        <pc:chgData name="Jamila Cardoso" userId="36eafcc6a71323e6" providerId="LiveId" clId="{22E4E8B2-FDA8-40DA-BD47-B4C761E4A3E7}" dt="2025-09-26T23:44:45.750" v="225" actId="20577"/>
        <pc:sldMkLst>
          <pc:docMk/>
          <pc:sldMk cId="0" sldId="256"/>
        </pc:sldMkLst>
        <pc:spChg chg="mod">
          <ac:chgData name="Jamila Cardoso" userId="36eafcc6a71323e6" providerId="LiveId" clId="{22E4E8B2-FDA8-40DA-BD47-B4C761E4A3E7}" dt="2025-09-26T23:44:45.750" v="225" actId="20577"/>
          <ac:spMkLst>
            <pc:docMk/>
            <pc:sldMk cId="0" sldId="256"/>
            <ac:spMk id="3" creationId="{00000000-0000-0000-0000-000000000000}"/>
          </ac:spMkLst>
        </pc:spChg>
      </pc:sldChg>
      <pc:sldChg chg="add del">
        <pc:chgData name="Jamila Cardoso" userId="36eafcc6a71323e6" providerId="LiveId" clId="{22E4E8B2-FDA8-40DA-BD47-B4C761E4A3E7}" dt="2025-10-05T11:53:46.156" v="226"/>
        <pc:sldMkLst>
          <pc:docMk/>
          <pc:sldMk cId="27869485" sldId="520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3680601872" sldId="527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4133159165" sldId="530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1246133269" sldId="534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135464099" sldId="569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950873140" sldId="580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2002740194" sldId="581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0" sldId="1171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573823265" sldId="1172"/>
        </pc:sldMkLst>
      </pc:sldChg>
      <pc:sldChg chg="add del">
        <pc:chgData name="Jamila Cardoso" userId="36eafcc6a71323e6" providerId="LiveId" clId="{22E4E8B2-FDA8-40DA-BD47-B4C761E4A3E7}" dt="2025-10-05T11:53:46.156" v="226"/>
        <pc:sldMkLst>
          <pc:docMk/>
          <pc:sldMk cId="530543213" sldId="1173"/>
        </pc:sldMkLst>
      </pc:sldChg>
      <pc:sldChg chg="del">
        <pc:chgData name="Jamila Cardoso" userId="36eafcc6a71323e6" providerId="LiveId" clId="{22E4E8B2-FDA8-40DA-BD47-B4C761E4A3E7}" dt="2025-10-05T11:54:03.764" v="227" actId="47"/>
        <pc:sldMkLst>
          <pc:docMk/>
          <pc:sldMk cId="2560194157" sldId="1174"/>
        </pc:sldMkLst>
      </pc:sldChg>
      <pc:sldChg chg="addSp delSp modSp mod">
        <pc:chgData name="Jamila Cardoso" userId="36eafcc6a71323e6" providerId="LiveId" clId="{22E4E8B2-FDA8-40DA-BD47-B4C761E4A3E7}" dt="2025-09-26T23:44:31.685" v="222" actId="478"/>
        <pc:sldMkLst>
          <pc:docMk/>
          <pc:sldMk cId="4255560642" sldId="1176"/>
        </pc:sldMkLst>
        <pc:spChg chg="mod">
          <ac:chgData name="Jamila Cardoso" userId="36eafcc6a71323e6" providerId="LiveId" clId="{22E4E8B2-FDA8-40DA-BD47-B4C761E4A3E7}" dt="2025-09-26T23:43:58.609" v="216" actId="20577"/>
          <ac:spMkLst>
            <pc:docMk/>
            <pc:sldMk cId="4255560642" sldId="1176"/>
            <ac:spMk id="2" creationId="{00000000-0000-0000-0000-000000000000}"/>
          </ac:spMkLst>
        </pc:spChg>
      </pc:sldChg>
      <pc:sldChg chg="del">
        <pc:chgData name="Jamila Cardoso" userId="36eafcc6a71323e6" providerId="LiveId" clId="{22E4E8B2-FDA8-40DA-BD47-B4C761E4A3E7}" dt="2025-10-05T11:54:03.764" v="227" actId="47"/>
        <pc:sldMkLst>
          <pc:docMk/>
          <pc:sldMk cId="1974747574" sldId="1177"/>
        </pc:sldMkLst>
      </pc:sldChg>
      <pc:sldChg chg="add del">
        <pc:chgData name="Jamila Cardoso" userId="36eafcc6a71323e6" providerId="LiveId" clId="{22E4E8B2-FDA8-40DA-BD47-B4C761E4A3E7}" dt="2025-10-05T11:53:46.156" v="226"/>
        <pc:sldMkLst>
          <pc:docMk/>
          <pc:sldMk cId="618975737" sldId="1178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877554151" sldId="1179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588837156" sldId="1180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1120291178" sldId="1181"/>
        </pc:sldMkLst>
      </pc:sldChg>
      <pc:sldChg chg="del">
        <pc:chgData name="Jamila Cardoso" userId="36eafcc6a71323e6" providerId="LiveId" clId="{22E4E8B2-FDA8-40DA-BD47-B4C761E4A3E7}" dt="2025-10-05T11:54:03.764" v="227" actId="47"/>
        <pc:sldMkLst>
          <pc:docMk/>
          <pc:sldMk cId="1019189908" sldId="1182"/>
        </pc:sldMkLst>
      </pc:sldChg>
      <pc:sldChg chg="del">
        <pc:chgData name="Jamila Cardoso" userId="36eafcc6a71323e6" providerId="LiveId" clId="{22E4E8B2-FDA8-40DA-BD47-B4C761E4A3E7}" dt="2025-09-26T23:44:08.626" v="217" actId="47"/>
        <pc:sldMkLst>
          <pc:docMk/>
          <pc:sldMk cId="1367717692" sldId="11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E479611-6374-4D7A-AF78-FACEB10530B8}" type="datetimeFigureOut">
              <a:rPr lang="pt-BR"/>
              <a:pPr>
                <a:defRPr/>
              </a:pPr>
              <a:t>05/10/2025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Editar estilos de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CDD7625E-43F4-42EF-82F5-FF8060BAEAE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510477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090" y="1330325"/>
            <a:ext cx="11622809" cy="637013"/>
          </a:xfrm>
        </p:spPr>
        <p:txBody>
          <a:bodyPr anchor="b"/>
          <a:lstStyle>
            <a:lvl1pPr algn="l">
              <a:defRPr sz="28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090" y="2218162"/>
            <a:ext cx="1162281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  <a:endParaRPr lang="en-US" dirty="0"/>
          </a:p>
        </p:txBody>
      </p:sp>
      <p:cxnSp>
        <p:nvCxnSpPr>
          <p:cNvPr id="6" name="Conector reto 5"/>
          <p:cNvCxnSpPr>
            <a:cxnSpLocks/>
          </p:cNvCxnSpPr>
          <p:nvPr userDrawn="1"/>
        </p:nvCxnSpPr>
        <p:spPr>
          <a:xfrm>
            <a:off x="4763" y="1047750"/>
            <a:ext cx="10691812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7"/>
          <p:cNvSpPr txBox="1">
            <a:spLocks noChangeArrowheads="1"/>
          </p:cNvSpPr>
          <p:nvPr userDrawn="1"/>
        </p:nvSpPr>
        <p:spPr bwMode="auto">
          <a:xfrm>
            <a:off x="109538" y="104775"/>
            <a:ext cx="11804650" cy="83099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Faculdade de Tecnologia do Estado de São Paulo</a:t>
            </a:r>
          </a:p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Gestão Ágil de Projeto de Software – Prof. Renato Cividini Matthiesen</a:t>
            </a:r>
          </a:p>
        </p:txBody>
      </p:sp>
    </p:spTree>
    <p:extLst>
      <p:ext uri="{BB962C8B-B14F-4D97-AF65-F5344CB8AC3E}">
        <p14:creationId xmlns:p14="http://schemas.microsoft.com/office/powerpoint/2010/main" val="1526615144"/>
      </p:ext>
    </p:extLst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7"/>
          <p:cNvSpPr txBox="1">
            <a:spLocks noChangeArrowheads="1"/>
          </p:cNvSpPr>
          <p:nvPr userDrawn="1"/>
        </p:nvSpPr>
        <p:spPr bwMode="auto">
          <a:xfrm>
            <a:off x="109538" y="104775"/>
            <a:ext cx="11804650" cy="8302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defPPr>
              <a:defRPr lang="en-US"/>
            </a:defPPr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Faculdade de Tecnologia do Estado de São Paulo</a:t>
            </a:r>
          </a:p>
          <a:p>
            <a:pPr eaLnBrk="1" hangingPunct="1">
              <a:defRPr/>
            </a:pPr>
            <a:r>
              <a:rPr lang="pt-BR" altLang="pt-BR" sz="2400" b="1" dirty="0">
                <a:solidFill>
                  <a:srgbClr val="002060"/>
                </a:solidFill>
              </a:rPr>
              <a:t>Gestão Ágil de Projeto de Software – Prof. Renato Cividini Matthiesen</a:t>
            </a:r>
          </a:p>
        </p:txBody>
      </p:sp>
      <p:cxnSp>
        <p:nvCxnSpPr>
          <p:cNvPr id="5" name="Conector reto 4"/>
          <p:cNvCxnSpPr>
            <a:cxnSpLocks/>
          </p:cNvCxnSpPr>
          <p:nvPr userDrawn="1"/>
        </p:nvCxnSpPr>
        <p:spPr>
          <a:xfrm>
            <a:off x="4763" y="1047750"/>
            <a:ext cx="10691812" cy="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236" y="1400391"/>
            <a:ext cx="11636664" cy="405721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>
                    <a:lumMod val="50000"/>
                  </a:schemeClr>
                </a:solidFill>
              </a:defRPr>
            </a:lvl1pPr>
            <a:lvl2pPr marL="457200" indent="0">
              <a:buNone/>
              <a:defRPr sz="2400">
                <a:solidFill>
                  <a:schemeClr val="accent5">
                    <a:lumMod val="50000"/>
                  </a:schemeClr>
                </a:solidFill>
              </a:defRPr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99347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290513" y="1390650"/>
            <a:ext cx="11569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/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0513" y="2119313"/>
            <a:ext cx="11569700" cy="405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16" r:id="rId2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203864"/>
          </a:solidFill>
          <a:latin typeface="+mn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203864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0" indent="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203864"/>
          </a:solidFill>
          <a:latin typeface="+mn-lt"/>
          <a:ea typeface="+mn-ea"/>
          <a:cs typeface="+mn-cs"/>
        </a:defRPr>
      </a:lvl1pPr>
      <a:lvl2pPr marL="4572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2F5597"/>
          </a:solidFill>
          <a:latin typeface="+mn-lt"/>
          <a:ea typeface="+mn-ea"/>
          <a:cs typeface="+mn-cs"/>
        </a:defRPr>
      </a:lvl2pPr>
      <a:lvl3pPr marL="9144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0070C0"/>
          </a:solidFill>
          <a:latin typeface="+mn-lt"/>
          <a:ea typeface="+mn-ea"/>
          <a:cs typeface="+mn-cs"/>
        </a:defRPr>
      </a:lvl3pPr>
      <a:lvl4pPr marL="13716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0070C0"/>
          </a:solidFill>
          <a:latin typeface="+mn-lt"/>
          <a:ea typeface="+mn-ea"/>
          <a:cs typeface="+mn-cs"/>
        </a:defRPr>
      </a:lvl4pPr>
      <a:lvl5pPr marL="1828800" indent="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None/>
        <a:defRPr sz="2800" b="1" kern="1200">
          <a:solidFill>
            <a:srgbClr val="0070C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t290.renatocividini@etec.sp.gov.b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Rodapé 1"/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>
                <a:solidFill>
                  <a:srgbClr val="203864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2F5597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b="1">
                <a:solidFill>
                  <a:srgbClr val="0070C0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pt-BR" altLang="pt-BR" sz="1200" b="0">
                <a:solidFill>
                  <a:schemeClr val="bg1"/>
                </a:solidFill>
              </a:rPr>
              <a:t>Na FAAL você pratica, você aprende!</a:t>
            </a:r>
          </a:p>
        </p:txBody>
      </p:sp>
      <p:sp>
        <p:nvSpPr>
          <p:cNvPr id="5123" name="Título 1"/>
          <p:cNvSpPr>
            <a:spLocks noGrp="1" noChangeArrowheads="1"/>
          </p:cNvSpPr>
          <p:nvPr>
            <p:ph type="ctrTitle"/>
          </p:nvPr>
        </p:nvSpPr>
        <p:spPr>
          <a:xfrm>
            <a:off x="277813" y="1330325"/>
            <a:ext cx="11622087" cy="636588"/>
          </a:xfrm>
        </p:spPr>
        <p:txBody>
          <a:bodyPr/>
          <a:lstStyle/>
          <a:p>
            <a:r>
              <a:rPr lang="pt-BR" altLang="pt-BR" dirty="0">
                <a:solidFill>
                  <a:srgbClr val="203864"/>
                </a:solidFill>
              </a:rPr>
              <a:t>Curso de Tecnologia em Desenvolvimento de Software Multiplataforma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77813" y="2217738"/>
            <a:ext cx="11622087" cy="4017962"/>
          </a:xfrm>
        </p:spPr>
        <p:txBody>
          <a:bodyPr/>
          <a:lstStyle/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Disciplina de Gestão Ágil de Projeto de Software</a:t>
            </a:r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Professor Renato Cividini Matthiesen</a:t>
            </a:r>
          </a:p>
          <a:p>
            <a:pPr>
              <a:defRPr/>
            </a:pPr>
            <a:r>
              <a:rPr lang="pt-BR" b="0" dirty="0">
                <a:hlinkClick r:id="rId2"/>
              </a:rPr>
              <a:t>renato.matthiesen@fatec.sp.gov.br</a:t>
            </a:r>
            <a:r>
              <a:rPr lang="pt-BR" b="0" dirty="0"/>
              <a:t> </a:t>
            </a:r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Entrega:</a:t>
            </a:r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Persona</a:t>
            </a:r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Mapa de empatia </a:t>
            </a:r>
          </a:p>
          <a:p>
            <a:pPr>
              <a:defRPr/>
            </a:pP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POV</a:t>
            </a:r>
          </a:p>
          <a:p>
            <a:pPr>
              <a:defRPr/>
            </a:pP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Bussines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Canvas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Equipe e Projeto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408214" y="1976285"/>
            <a:ext cx="11628211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Nome do projeto: 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	Ainda não resolvemos 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Integrantes da equipe: 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	Felipe Rafael Rocha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	Fernanda Maciel Palma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	Jamila Moraes Cardoso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	Patrick E. Beck Franzini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	Rafaela C. Lemes</a:t>
            </a:r>
          </a:p>
          <a:p>
            <a:pPr>
              <a:lnSpc>
                <a:spcPct val="100000"/>
              </a:lnSpc>
              <a:defRPr/>
            </a:pPr>
            <a:r>
              <a:rPr lang="pt-BR" dirty="0"/>
              <a:t>	Valdir Garcia</a:t>
            </a:r>
          </a:p>
          <a:p>
            <a:pPr marL="457200" indent="-457200">
              <a:lnSpc>
                <a:spcPct val="100000"/>
              </a:lnSpc>
              <a:buAutoNum type="arabicPeriod"/>
              <a:defRPr/>
            </a:pPr>
            <a:endParaRPr lang="pt-BR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</p:spTree>
    <p:extLst>
      <p:ext uri="{BB962C8B-B14F-4D97-AF65-F5344CB8AC3E}">
        <p14:creationId xmlns:p14="http://schemas.microsoft.com/office/powerpoint/2010/main" val="4255560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Planejar e Estimar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5380073" y="1976285"/>
            <a:ext cx="6656351" cy="4308475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Criar as Estórias de Usuário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Aprovar, Estimar e Comprometer as Estórias de Usuário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Criar as Tarefas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Estimar as Tarefas 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 startAt="7"/>
              <a:defRPr/>
            </a:pPr>
            <a:r>
              <a:rPr lang="pt-BR" dirty="0"/>
              <a:t>Criar o Backlog do Sprint</a:t>
            </a:r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D7ED3A8-7937-FD62-0D0B-7144150FC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13" y="1976285"/>
            <a:ext cx="4223327" cy="430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Backlog dos Sprints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</a:t>
            </a:r>
            <a:endParaRPr lang="pt-BR" b="0" dirty="0"/>
          </a:p>
          <a:p>
            <a:pPr>
              <a:lnSpc>
                <a:spcPct val="100000"/>
              </a:lnSpc>
              <a:defRPr/>
            </a:pPr>
            <a:endParaRPr lang="pt-BR" b="0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0543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ítulo 5"/>
          <p:cNvSpPr>
            <a:spLocks noGrp="1" noChangeArrowheads="1"/>
          </p:cNvSpPr>
          <p:nvPr>
            <p:ph type="title" idx="4294967295"/>
          </p:nvPr>
        </p:nvSpPr>
        <p:spPr>
          <a:xfrm>
            <a:off x="290513" y="1390651"/>
            <a:ext cx="11745912" cy="585634"/>
          </a:xfrm>
        </p:spPr>
        <p:txBody>
          <a:bodyPr anchor="t"/>
          <a:lstStyle/>
          <a:p>
            <a:pPr>
              <a:lnSpc>
                <a:spcPct val="100000"/>
              </a:lnSpc>
              <a:defRPr/>
            </a:pPr>
            <a:r>
              <a:rPr lang="pt-BR" altLang="pt-BR" sz="2800" dirty="0">
                <a:solidFill>
                  <a:schemeClr val="accent5">
                    <a:lumMod val="50000"/>
                  </a:schemeClr>
                </a:solidFill>
              </a:rPr>
              <a:t>Evidências do Backlog dos Sprints</a:t>
            </a:r>
          </a:p>
        </p:txBody>
      </p:sp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290513" y="1976285"/>
            <a:ext cx="11745912" cy="4308475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pt-BR" dirty="0"/>
              <a:t>Apresentar aqui um relato dos backlogs dos sprints, coletados do Trello</a:t>
            </a:r>
          </a:p>
          <a:p>
            <a:pPr>
              <a:lnSpc>
                <a:spcPct val="100000"/>
              </a:lnSpc>
              <a:defRPr/>
            </a:pPr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2512FAD-5438-7DC4-7DBB-42D7610C2DA5}"/>
              </a:ext>
            </a:extLst>
          </p:cNvPr>
          <p:cNvSpPr/>
          <p:nvPr/>
        </p:nvSpPr>
        <p:spPr>
          <a:xfrm>
            <a:off x="405005" y="1870255"/>
            <a:ext cx="8811490" cy="10966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897573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29B8F5078E6C4DBEF45A0115D2A0A2" ma:contentTypeVersion="0" ma:contentTypeDescription="Crie um novo documento." ma:contentTypeScope="" ma:versionID="a55cfaff977e70b9bf09ad3e11615ce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257547f92819c86ae4143fe76bb6c5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08C588-A34F-4710-993F-A4FBA85927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1CDD24-E650-43FA-AB40-5893F5B23B3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B290451-D106-4A03-A9DF-1836EBC517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3141</TotalTime>
  <Words>138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do Office</vt:lpstr>
      <vt:lpstr>Curso de Tecnologia em Desenvolvimento de Software Multiplataforma</vt:lpstr>
      <vt:lpstr>Equipe e Projeto</vt:lpstr>
      <vt:lpstr>Planejar e Estimar</vt:lpstr>
      <vt:lpstr>Backlog dos Sprints</vt:lpstr>
      <vt:lpstr>Evidências do Backlog dos Sprints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Bel</dc:creator>
  <cp:lastModifiedBy>Jamila Cardoso</cp:lastModifiedBy>
  <cp:revision>396</cp:revision>
  <dcterms:created xsi:type="dcterms:W3CDTF">2018-07-30T22:12:33Z</dcterms:created>
  <dcterms:modified xsi:type="dcterms:W3CDTF">2025-10-05T11:54:13Z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0x0101002329B8F5078E6C4DBEF45A0115D2A0A2</vt:lpwstr>
  </property>
</Properties>
</file>